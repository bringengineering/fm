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건물명/권역·날짜·연락처를 채우세요. 6단계 골격: 문제→원인→해결→비교우위→진행→성과.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비교우위.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전후 사진·완료보고·레퍼런스.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9202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BRING CARE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37744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[건물명 / 권역] 건물 관리 제안서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4747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C8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관리하면 15만 원, 함께 관리하면 8.9만 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58521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브링엔지니어링 · 대표 서창환 · 연락처 [       ] · [날짜]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— 공실과 관리의 부담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· 건물주가 겪는 통증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공실·퇴실·수리·민원을 혼자 감당하는 현실을 이 건물 상황으로 구체화. 공실이 곧 손실임을 숫자로.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2011680"/>
            <a:ext cx="106893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[이 건물/권역의 공실·관리 문제 — 공실 기간, 반복되는 민원, 개별관리 월 15만원 부담 등]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— 왜 이런 일이 반복되나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so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관리의 단절(청소·수리·중개 따로), 규모의 이점 없음 등 근본 원인.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2011680"/>
            <a:ext cx="106893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[문제의 근본 원인 — 예: 관리 주체 분산, 공실 대응 지연, 데이터 없음]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— 지역 공동관리 Zone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· 브링의 제안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권역 건물을 묶어 공동 운영. 서비스 사이클(관리→퇴실→청소·수리→공실준비→임대→입주)로 끊김 없이.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2011680"/>
            <a:ext cx="106893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[공동관리 모델 설명 + 이 건물에 적용 시 무엇이 달라지나]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비교우위 — 직접관리 vs 브링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else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‘건물주 직접관리(비용 0원)’와 비교해 시간·리스크·책임경계·데이터로 우위를 보여라.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관리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265176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24128" y="265176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[직접관리의 부담 — 시간·리스크·공실 방치]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2011680"/>
            <a:ext cx="5385816" cy="3566160"/>
          </a:xfrm>
          <a:prstGeom prst="roundRect">
            <a:avLst>
              <a:gd name="adj" fmla="val 2564"/>
            </a:avLst>
          </a:prstGeom>
          <a:solidFill>
            <a:srgbClr val="FBF3E2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브링케어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10528" y="2651760"/>
            <a:ext cx="4837176" cy="2743200"/>
          </a:xfrm>
          <a:prstGeom prst="roundRect">
            <a:avLst>
              <a:gd name="adj" fmla="val 2667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693408" y="2651760"/>
            <a:ext cx="447141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[브링의 우위 — SLA·책임경계·데이터·통합]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방법 · 요금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사이클과 요금(공동관리 월 89,000원/동, 결합서비스). 실제 수리·청소비는 별도 표기.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2011680"/>
            <a:ext cx="106893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[진행 절차 + 요금표: 지역공동관리 89,000원 / 공용부청소 6~8만 / 전문작업 5% 등]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25296" y="402336"/>
            <a:ext cx="10396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성과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43584" y="1024128"/>
            <a:ext cx="10378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가이드  </a:t>
            </a:r>
            <a:pPr indent="0" marL="0">
              <a:buNone/>
            </a:pPr>
            <a:r>
              <a:rPr lang="en-US" sz="1100" dirty="0">
                <a:solidFill>
                  <a:srgbClr val="5C68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감소·관리 부담 경감·자산가치 유지 등 건물주가 얻을 결과. 가능하면 수치·사례.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5096" cy="356616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12700">
            <a:solidFill>
              <a:srgbClr val="E1E6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2011680"/>
            <a:ext cx="10689336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[기대 성과 — 공실률↓, 대응시간↓, 실적 레퍼런스 7동/12건+]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 · 실적 · 레퍼런스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82880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1]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82880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2]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19872" y="182880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872" y="182880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3]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74904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74904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374904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5]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374904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1B2C48"/>
          </a:solidFill>
          <a:ln w="12700">
            <a:solidFill>
              <a:srgbClr val="334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9872" y="3749040"/>
            <a:ext cx="35021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[사진/증빙 6]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건물주 제안서 템플릿</dc:title>
  <dc:subject>PptxGenJS Presentation</dc:subject>
  <dc:creator>브링엔지니어링</dc:creator>
  <cp:lastModifiedBy>브링엔지니어링</cp:lastModifiedBy>
  <cp:revision>1</cp:revision>
  <dcterms:created xsi:type="dcterms:W3CDTF">2026-08-22T05:25:46Z</dcterms:created>
  <dcterms:modified xsi:type="dcterms:W3CDTF">2026-08-22T05:25:46Z</dcterms:modified>
</cp:coreProperties>
</file>